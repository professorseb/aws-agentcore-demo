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Portable AI Agent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AA"/>
                </a:solidFill>
              </a:defRPr>
            </a:pPr>
            <a:r>
              <a:t>Decoupling compute from governance with AgentGateway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</a:defRPr>
            </a:pPr>
            <a:r>
              <a:t>Solo.io  •  AgentGateway Enterprise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38404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</a:defRPr>
            </a:pPr>
            <a:r>
              <a:t>☁️  Cloud Lock-in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</a:defRPr>
            </a:pPr>
            <a:r>
              <a:t>Every cloud provider bundles agent compute with its own auth, policies, and observability. AWS, Azure, GCP — all different.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645920"/>
            <a:ext cx="3383280" cy="38404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</a:defRPr>
            </a:pPr>
            <a:r>
              <a:t>🔒  Siloed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5603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</a:defRPr>
            </a:pPr>
            <a:r>
              <a:t>Security teams end up managing N different policy stacks. No consistency, no portability, no central visibility.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383280" cy="38404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</a:defRPr>
            </a:pPr>
            <a:r>
              <a:t>🔄  Multi-Cloud Reality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</a:defRPr>
            </a:pPr>
            <a:r>
              <a:t>Enterprises run workloads across clouds. Agent governance shouldn't be the thing that prevents that.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If Governance Was Decoupled?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4AA"/>
                </a:solidFill>
              </a:defRPr>
            </a:pPr>
            <a:r>
              <a:t>Let cloud providers do compute. Pull governance into a portable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B0BCD4"/>
                </a:solidFill>
              </a:defRPr>
            </a:pPr>
            <a:r>
              <a:t>✦  Same auth policies whether agents run on AWS, GCP, Azure, or bare metal</a:t>
            </a:r>
          </a:p>
          <a:p>
            <a:pPr>
              <a:spcAft>
                <a:spcPts val="1400"/>
              </a:spcAft>
              <a:defRPr sz="1800">
                <a:solidFill>
                  <a:srgbClr val="B0BCD4"/>
                </a:solidFill>
              </a:defRPr>
            </a:pPr>
            <a:r>
              <a:t>✦  One place for RBAC, rate limiting, prompt safety, and observability</a:t>
            </a:r>
          </a:p>
          <a:p>
            <a:pPr>
              <a:spcAft>
                <a:spcPts val="1400"/>
              </a:spcAft>
              <a:defRPr sz="1800">
                <a:solidFill>
                  <a:srgbClr val="B0BCD4"/>
                </a:solidFill>
              </a:defRPr>
            </a:pPr>
            <a:r>
              <a:t>✦  Agents carry an OAuth token — zero embedded secrets</a:t>
            </a:r>
          </a:p>
          <a:p>
            <a:pPr>
              <a:spcAft>
                <a:spcPts val="1400"/>
              </a:spcAft>
              <a:defRPr sz="1800">
                <a:solidFill>
                  <a:srgbClr val="B0BCD4"/>
                </a:solidFill>
              </a:defRPr>
            </a:pPr>
            <a:r>
              <a:t>✦  Security team gets a single control plane across all agents, all clouds</a:t>
            </a:r>
          </a:p>
          <a:p>
            <a:pPr>
              <a:spcAft>
                <a:spcPts val="1400"/>
              </a:spcAft>
              <a:defRPr sz="1800">
                <a:solidFill>
                  <a:srgbClr val="B0BCD4"/>
                </a:solidFill>
              </a:defRPr>
            </a:pPr>
            <a:r>
              <a:t>✦  Swap runtimes tomorrow — governance stays the same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Enter AgentGateway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4AA"/>
                </a:solidFill>
              </a:defRPr>
            </a:pPr>
            <a:r>
              <a:t>AI-native gateway built on MCP &amp; A2A protocols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5029200" cy="11887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</a:defRPr>
            </a:pPr>
            <a:r>
              <a:t>🔐  JWT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</a:defRPr>
            </a:pPr>
            <a:r>
              <a:t>Validate agent identity via any IdP</a:t>
            </a:r>
            <a:br/>
            <a:r>
              <a:t>(Okta, Entra, Auth0, etc.)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029200" cy="11887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</a:defRPr>
            </a:pPr>
            <a:r>
              <a:t>🛡️  Tool-Level 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343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</a:defRPr>
            </a:pPr>
            <a:r>
              <a:t>Control which agents can call which</a:t>
            </a:r>
            <a:br/>
            <a:r>
              <a:t>MCP tools — read vs. write vs. 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5029200" cy="11887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</a:defRPr>
            </a:pPr>
            <a:r>
              <a:t>⚡  Rate Limiting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064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</a:defRPr>
            </a:pPr>
            <a:r>
              <a:t>Per-agent request and token limits</a:t>
            </a:r>
            <a:br/>
            <a:r>
              <a:t>to prevent runaway usage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77440"/>
            <a:ext cx="5029200" cy="11887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</a:defRPr>
            </a:pPr>
            <a:r>
              <a:t>🧠  Prompt Guards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803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</a:defRPr>
            </a:pPr>
            <a:r>
              <a:t>Inject system prompts, block</a:t>
            </a:r>
            <a:br/>
            <a:r>
              <a:t>jailbreaks, enforce safety policies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029200" cy="11887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</a:defRPr>
            </a:pPr>
            <a:r>
              <a:t>📊  Full Observability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343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</a:defRPr>
            </a:pPr>
            <a:r>
              <a:t>OpenTelemetry tracing, Langfuse</a:t>
            </a:r>
            <a:br/>
            <a:r>
              <a:t>integration, centralized logging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5303520"/>
            <a:ext cx="5029200" cy="11887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</a:defRPr>
            </a:pPr>
            <a:r>
              <a:t>🔑  Secret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8064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</a:defRPr>
            </a:pPr>
            <a:r>
              <a:t>Gateway holds API keys &amp; PATs —</a:t>
            </a:r>
            <a:br/>
            <a:r>
              <a:t>agents never see credentials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2011680" cy="12801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B0BCD4"/>
                </a:solidFill>
              </a:defRPr>
            </a:pPr>
            <a:r>
              <a:t>AWS AgentCore</a:t>
            </a:r>
            <a:br/>
            <a:r>
              <a:t>(Compute)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926080"/>
            <a:ext cx="1645920" cy="12801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31089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Agent</a:t>
            </a:r>
            <a:br/>
            <a:r>
              <a:t>(Python)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828800"/>
            <a:ext cx="274320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79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8C00"/>
                </a:solidFill>
              </a:defRPr>
            </a:pPr>
            <a:r>
              <a:t>Okta IdP</a:t>
            </a:r>
            <a:br/>
            <a:r>
              <a:t>(JWT Token)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2926080"/>
            <a:ext cx="2743200" cy="12801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79" y="31089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4AA"/>
                </a:solidFill>
              </a:defRPr>
            </a:pPr>
            <a:r>
              <a:t>AgentGateway</a:t>
            </a:r>
            <a:br/>
            <a:r>
              <a:t>(Auth + Governance)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011680"/>
            <a:ext cx="228600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2194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38CFF"/>
                </a:solidFill>
              </a:defRPr>
            </a:pPr>
            <a:r>
              <a:t>LLMs</a:t>
            </a:r>
            <a:br/>
            <a:r>
              <a:t>(Anthropic)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657600"/>
            <a:ext cx="228600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38404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38CFF"/>
                </a:solidFill>
              </a:defRPr>
            </a:pPr>
            <a:r>
              <a:t>MCP Tools</a:t>
            </a:r>
            <a:br/>
            <a:r>
              <a:t>(GitHub)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291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291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945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8404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011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</a:defRPr>
            </a:pPr>
            <a:r>
              <a:t>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</a:defRPr>
            </a:pPr>
            <a:r>
              <a:t>AgentGateway holds all API keys and PATs. The agent only carries an OAuth token.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Authentication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57200" cy="4572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Agent starts up on AWS AgentCore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65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</a:defRPr>
            </a:pPr>
            <a:r>
              <a:t>Needs to call MCP tools via AgentGateway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457200" cy="4572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688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Agent requests JWT from Okta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43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</a:defRPr>
            </a:pPr>
            <a:r>
              <a:t>client_credentials grant → short-lived access token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457200" cy="4572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Agent sends JWT with MCP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20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</a:defRPr>
            </a:pPr>
            <a:r>
              <a:t>Authorization: Bearer &lt;token&gt; on every 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77639"/>
            <a:ext cx="457200" cy="4572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233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AgentGateway validates the 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9767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</a:defRPr>
            </a:pPr>
            <a:r>
              <a:t>Checks issuer, audience, expiry, scopes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54880"/>
            <a:ext cx="457200" cy="4572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00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AgentGateway checks RBAC policies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074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</a:defRPr>
            </a:pPr>
            <a:r>
              <a:t>Does this agent have permission for this tool?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32120"/>
            <a:ext cx="457200" cy="4572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532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AgentGateway injects backend credentials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85215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</a:defRPr>
            </a:pPr>
            <a:r>
              <a:t>Adds GitHub PAT, routes to MCP server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Policy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AA"/>
                </a:solidFill>
              </a:defRPr>
            </a:pPr>
            <a:r>
              <a:t>Real policies from the demo — declarative YAML, applied via GitOps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303520" cy="18288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JWT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</a:defRPr>
            </a:pPr>
            <a:r>
              <a:t>Validate tokens from Okta (or any OIDC provider).</a:t>
            </a:r>
            <a:br/>
            <a:r>
              <a:t>Enforce issuer, audience, and required scopes.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94560"/>
            <a:ext cx="5303520" cy="18288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331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Tool-Level 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889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</a:defRPr>
            </a:pPr>
            <a:r>
              <a:t>mcp:read → list issues, search repos</a:t>
            </a:r>
            <a:br/>
            <a:r>
              <a:t>mcp:write → create issues, create branches</a:t>
            </a:r>
            <a:br/>
            <a:r>
              <a:t>mcp:admin → full access including destructive ops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5303520" cy="18288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26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Destructive Action Blocking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9834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</a:defRPr>
            </a:pPr>
            <a:r>
              <a:t>Block dangerous tools entirely:</a:t>
            </a:r>
            <a:br/>
            <a:r>
              <a:t>delete_repository, remove_collaborator</a:t>
            </a:r>
            <a:br/>
            <a:r>
              <a:t>No scope can override this.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389120"/>
            <a:ext cx="5303520" cy="18288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526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Rate Limiting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9834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</a:defRPr>
            </a:pPr>
            <a:r>
              <a:t>100 requests/minute per agent identity.</a:t>
            </a:r>
            <a:br/>
            <a:r>
              <a:t>Prevents runaway loops and abuse.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Demo: End-to-End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</a:defRPr>
            </a:pPr>
            <a:r>
              <a:t>"Create a GitHub issue to track the new logging feature"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468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</a:defRPr>
            </a:pPr>
            <a:r>
              <a:t>User sends request to DevOps Copilot agent running on AWS AgentCore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063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</a:defRPr>
            </a:pPr>
            <a:r>
              <a:t>Agent authenticates to Okta → receives short-lived JWT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</a:defRPr>
            </a:pPr>
            <a:r>
              <a:t>Agent calls AgentGateway MCP endpoint with JWT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251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</a:defRPr>
            </a:pPr>
            <a:r>
              <a:t>AgentGateway validates token, checks RBAC (agent has mcp:write scope)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46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</a:defRPr>
            </a:pPr>
            <a:r>
              <a:t>AgentGateway injects GitHub PAT, routes to GitHub MCP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440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440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</a:defRPr>
            </a:pPr>
            <a:r>
              <a:t>GitHub MCP creates issue → response flows back to agent → user sees confirmation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5760720"/>
            <a:ext cx="6400800" cy="640080"/>
          </a:xfrm>
          <a:prstGeom prst="roundRect">
            <a:avLst/>
          </a:prstGeom>
          <a:solidFill>
            <a:srgbClr val="15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580644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✅  Zero AWS-specific auth involved. Portable to any cloud.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Payoff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19202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🔄  Cloud Portable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</a:defRPr>
            </a:pPr>
            <a:r>
              <a:t>Swap AWS for GCP tomorrow.</a:t>
            </a:r>
            <a:br/>
            <a:r>
              <a:t>Same governance, same policies, zero migration.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303520" cy="19202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🎯  Central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</a:defRPr>
            </a:pPr>
            <a:r>
              <a:t>One control plane for all agents.</a:t>
            </a:r>
            <a:br/>
            <a:r>
              <a:t>Security team sees everything.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303520" cy="19202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🚀  Ship Faster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</a:defRPr>
            </a:pPr>
            <a:r>
              <a:t>Agents don't embed secrets or auth logic.</a:t>
            </a:r>
            <a:br/>
            <a:r>
              <a:t>Focus on capability, not plumbing.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931920"/>
            <a:ext cx="5303520" cy="19202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📈  Scale Safely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6634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</a:defRPr>
            </a:pPr>
            <a:r>
              <a:t>Rate limits, RBAC, and prompt guards</a:t>
            </a:r>
            <a:br/>
            <a:r>
              <a:t>from day one — not bolted on later.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Get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3383280" cy="2286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AA"/>
                </a:solidFill>
              </a:defRPr>
            </a:pPr>
            <a:r>
              <a:t>AgentGateway 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3832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</a:defRPr>
            </a:pPr>
            <a:r>
              <a:t>Open source, install today</a:t>
            </a:r>
            <a:br/>
            <a:r>
              <a:t>github.com/agentgateway/agentgateway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2560320"/>
            <a:ext cx="3383280" cy="2286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2743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AA"/>
                </a:solidFill>
              </a:defRPr>
            </a:pPr>
            <a:r>
              <a:t>Enterprise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33832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</a:defRPr>
            </a:pPr>
            <a:r>
              <a:t>JWT auth, RBAC, prompt guards,</a:t>
            </a:r>
            <a:br/>
            <a:r>
              <a:t>tracing, Solo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560320"/>
            <a:ext cx="3383280" cy="2286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743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AA"/>
                </a:solidFill>
              </a:defRPr>
            </a:pPr>
            <a:r>
              <a:t>Hands-On Labs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3832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</a:defRPr>
            </a:pPr>
            <a:r>
              <a:t>Instruqt tracks — deploy and</a:t>
            </a:r>
            <a:br/>
            <a:r>
              <a:t>configure in your browser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</a:defRPr>
            </a:pPr>
            <a:r>
              <a:t>docs.solo.io/agentgateway  •  agentgateway.dev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